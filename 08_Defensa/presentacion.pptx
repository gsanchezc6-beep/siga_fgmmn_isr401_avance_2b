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 · Muñoz Quiñónez · Gilces Carranza · Mendoza Palma · Cedeño Ávila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LA DEFENSA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minutos, 7 bloques, cronómetro visible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contribuciones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1554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203704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03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15798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y sus stakeholders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2157984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807208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807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76148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del componente empírico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410712"/>
            <a:ext cx="502920" cy="50292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410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36499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336499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014216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014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39684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Discusión y amenazas a la validez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3968496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5221224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17550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prototipo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5175504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916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+ 10 min de preguntas del tribunal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pPr indent="0" marL="0">
              <a:buNone/>
            </a:pP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Ciencias de la Computación y Diseño Digital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9F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9F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9F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entrevistas válidas,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4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pPr indent="0" marL="0">
              <a:buNone/>
            </a:pP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4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el Conjunto A del LLM sobre el corpus corregido de 10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codificación axial y recalcular la curva de saturación temática.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total de la demostración ⇒ C13 = 0. Practicar el flujo exacto antes, con la red ya verificada.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SIMULACRO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Reparto de tiempos — ajustar antes de la semana 16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Palma, Allan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</p:sp>
      <p:sp>
        <p:nvSpPr>
          <p:cNvPr id="10" name="Shape 8"/>
          <p:cNvSpPr/>
          <p:nvPr/>
        </p:nvSpPr>
        <p:spPr>
          <a:xfrm>
            <a:off x="4023360" y="2478024"/>
            <a:ext cx="2261062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18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Cedeño Ávila, Winston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023360" y="3191256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</p:sp>
      <p:sp>
        <p:nvSpPr>
          <p:cNvPr id="14" name="Shape 12"/>
          <p:cNvSpPr/>
          <p:nvPr/>
        </p:nvSpPr>
        <p:spPr>
          <a:xfrm>
            <a:off x="4023360" y="3191256"/>
            <a:ext cx="2261062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378440" y="31181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8313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023360" y="3904488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</p:sp>
      <p:sp>
        <p:nvSpPr>
          <p:cNvPr id="18" name="Shape 16"/>
          <p:cNvSpPr/>
          <p:nvPr/>
        </p:nvSpPr>
        <p:spPr>
          <a:xfrm>
            <a:off x="4023360" y="3904488"/>
            <a:ext cx="1695796" cy="310896"/>
          </a:xfrm>
          <a:prstGeom prst="roundRect">
            <a:avLst>
              <a:gd name="adj" fmla="val 11765"/>
            </a:avLst>
          </a:prstGeom>
          <a:solidFill>
            <a:srgbClr val="B23A4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378440" y="38313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84422" y="1600200"/>
            <a:ext cx="0" cy="2807208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735782" y="44988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Gilces no participa en el reparto: no aportó al trabajo real, y la defensa evalúa capacidad individual. Muñoz queda con 3 min, por debajo del mínimo — ampliar su bloque 6 antes del simulacro. Validar todo con cronómetro real.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2026-08-26T23:14:37Z</dcterms:created>
  <dcterms:modified xsi:type="dcterms:W3CDTF">2026-08-26T23:14:37Z</dcterms:modified>
</cp:coreProperties>
</file>