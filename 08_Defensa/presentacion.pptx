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los dos conjuntos sobre el corpus completo de 16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la ronda terminal más allá del perfil docente.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11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9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0,635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IC95 % [0,371 · 0,847]: acuerdo sustancial en la escala de Landis y Koch.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9 walkthroughs, 2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36422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