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 es un sistema real con cliente identificable (Facultad CCDD-UTEQ), no un ejercicio ficticio. Pregunta de investigación RQ1: decirla textual, tal como aparece en el manuscrito. Tres contribuciones: (1) comparación pareada y ciega sobre el mismo corpus, (2) pipeline reproducible publicado con el dataset, (3) divulgación explícita de dos complicaciones metodológicas reales (retiro de consentimiento, saturación no alcanzada) en vez de ocultarlas.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diagrama de contexto en pantalla. Las 6 capacidades centrales de SIGA. Los tres perfiles de usuario reales entrevistados. Mencionar brevemente el volumen real de campo: 10 entrevistas válidas, con al menos 3 perfiles bien representados.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figura de tamaños de efecto con sus intervalos de confianza: efectos grandes en magnitud, pero intervalos que cruzan el cero. Mostrar el cálculo de potencia: con 3 jueces, potencia real = 8,4%; se necesitarían 34 pares para el 80% convencional. Esto explica por qué los intervalos son tan anchos. Mencionar brevemente la curva de saturación temática: no llegó a inflexión, y por qué (código sin consolidar) — un párrafo, no más de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RQ1: no se puede confirmar ni descartar una diferencia de calidad con el tamaño de muestra actual. Trabajo futuro: ampliar el panel a 34 jueces, re-generar el Conjunto A sobre el corpus corregido de 10 entrevistas, aplicar codificación axial y recalcular la curva de saturación. Cerrar reafirmando las 3 contribuciones del bloque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Ejecutar en vivo los dos escenarios de la matriz de trazabilidad ya identificados de antemano — decidir cuáles antes del simulacro, no improvisar el día de la defensa. Usar únicamente las credenciales de demostración.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Gilces Carranza no participa en el reparto de tiempos: no aportó al trabajo real (0 commits verificables) y la defensa evalúa capacidad individual — si asiste, su desempeño es su responsabilidad individual (gatekeeper G7), no un riesgo para el resto del equipo. Con el reparto actual, Muñoz queda con 3 min, por debajo del mínimo de 4 min (criterio C12). Ajustar en el simulacro de la semana 16 y volver a medir con cronómetro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debe poder responder sin ayuda de las diapositivas sobre su área: Sánchez (elección de venue, registro OSF, matriz de trazabilidad, significado de la potencia del 8,4% — este último tema le corresponde a Sánchez porque Gilces, a quien correspondía por rol declarado, no aportó al trabajo real), Mendoza (UML/i* vs MVP), Cedeño (alcance y arquitectura del MVP), Muñoz (zonas [P]/[R], exclusión de EV-15). Si Gilces asiste, el tribunal puede preguntarle igual que a cualquiera; su desempeño es su responsabilidad individual (gatekeeper G7), no un riesgo para la nota del resto del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 · Muñoz Quiñónez, Yeranick Esther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 LA DEFENSA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minutos, 7 bloques, cronómetro visible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554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contribuciones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509760" y="15544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203704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203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157984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y sus stakeholders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2157984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2807208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807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76148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del componente empírico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0" y="276148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410712"/>
            <a:ext cx="502920" cy="50292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410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36499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0" y="336499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014216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014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3968496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Discusión y amenazas a la validez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0" y="3968496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72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4572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0080" y="5221224"/>
            <a:ext cx="502920" cy="502920"/>
          </a:xfrm>
          <a:prstGeom prst="ellipse">
            <a:avLst/>
          </a:prstGeom>
          <a:solidFill>
            <a:srgbClr val="5279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5221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417320" y="5175504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del prototipo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0" y="5175504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5916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+ 10 min de preguntas del tribunal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pPr indent="0" marL="0">
              <a:buNone/>
            </a:pP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Ciencias de la Computación y Diseño Digital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9F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9F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9F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entrevistas válidas,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4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pPr indent="0" marL="0">
              <a:buNone/>
            </a:pP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grandes, intervalos que cruzan el cero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3_tamanos_ef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grandes en magnitud, pero los intervalos de confianza al 95 % cruzan el cero: esto es exactamente lo que se espera con una muestra tan pequeña.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4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 queda abierta — con honestidad, no con evasión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confirmar ni descartar una diferencia de calidad con el tamaño de muestra actual. Se declara así explícitamente, sin sobre-interpretar la tendencia numérica favorable al LLM.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concreto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panel de jueces a 34, el n requerido por el cálculo de potencia.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Re-generar el Conjunto A del LLM sobre el corpus corregido de 10 entrevistas.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codificación axial y recalcular la curva de saturación temática.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contribuciones del bloque 1 se sostienen con la evidencia ya mostrada.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entorno estable ya verificado antes de la defensa.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de la matriz de trazabilidad, identificados de antemano.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total de la demostración ⇒ C13 = 0. Practicar el flujo exacto antes, con la red ya verificada.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integrantes, veinticinco minutos repartidos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 Esther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023360" y="2478024"/>
            <a:ext cx="5739618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378440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36566" y="1600200"/>
            <a:ext cx="0" cy="1417320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387926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exigido: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guía supone equipos de tres a cuatro integrantes y exige al menos cuatro minutos hablados por persona. Este equipo son dos, y cada uno habla muy por encima de ese mínimo. El reparto es de locución: la defensa se rindió de forma individual y cada integrante responde por el proyecto entero.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github.com/gsanchezc6-beep/SIGA_FGMMN_ISR401_AVANCE_2B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2026-08-26T23:14:37Z</dcterms:created>
  <dcterms:modified xsi:type="dcterms:W3CDTF">2026-08-26T23:14:37Z</dcterms:modified>
</cp:coreProperties>
</file>