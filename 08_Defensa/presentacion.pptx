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</a:p>
          <a:p/>
          <a:p>
            <a:r>
              <a:t>AVISO PARA EL EQUIPO, no se proyecta: una falla total de la demostracion anula el criterio de prototipo. Practicar el flujo exacto antes, con la red ya verificada.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los dos conjuntos sobre el corpus completo de 16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la ronda terminal más allá del perfil docente.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escenarios se recorren sobre el entorno levantado con docker compose, no sobre capturas: lo que se ve es el sistema ejecutándose.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75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75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61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12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61 de 61.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y una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10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0,548 y 0,911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0,548 a nivel de código (IC95 % [0,369 · 0,720]), acuerdo moderado; 0,911 a nivel de categoría (IC95 % [0,716 · 1,000]). Coincidimos en de qué trata el fragmento y discrepamos en el código exacto.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10 walkthroughs, 3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387926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36422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