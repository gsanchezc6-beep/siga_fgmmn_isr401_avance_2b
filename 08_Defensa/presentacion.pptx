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9" r:id="rId19"/>
    <p:sldId id="270" r:id="rId20"/>
    <p:sldId id="271" r:id="rId2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065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Cliente real e identificable (Facultad de Ciencias de la Computacion, UTEQ). RQ1 se dice textual, como en el manuscrito. Tres contribuciones: comparacion pareada y ciega sobre el mismo corpus; pipeline reproducible publicado con el dataset; y divulgacion de las complicaciones reales --- retiro de consentimiento, cierre en N=10 y su reapertura, y el fracaso de las dos vueltas del panel ampliado.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el diagrama de contexto. Seis capacidades centrales y tres perfiles reales: docentes, coordinacion academica y servicios generales, mas el personal tecnico de TI en las sesiones de validacion. Volumen de campo: 16 entrevistas, 10 sesiones de validacion --tres con usuario tecnico-- y 12 notas de campo. Declarar que el perfil menos consultado es el tecnico y que consta como amenaza a la validez de constructo.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la figura de tamanos de efecto con sus intervalos: grandes en magnitud, pero cruzan el cero. Potencia real con 3 jueces: 8,4 %; harian falta 34 observaciones apareadas para el 80 % convencional. La curva de saturacion NO se menciona aqui: va en la diapositiva 13, y alcanza inflexion en EV-23.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RQ1 queda abierta: no se puede confirmar ni descartar con este tamano de muestra, y no se sobre-interpreta la tendencia favorable al LLM. Trabajo futuro: ampliar el panel a 34 jueces y con evaluadores entrenados; regenerar los dos conjuntos sobre el corpus completo de 16 entrevistas; ampliar la ronda terminal mas alla del perfil docente. Cerrar reafirmando las tres contribuciones.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dos escenarios estan fijados de antemano: acceso por roles (RF-19) con las cuentas tecnico y admin, y cadena sensor -&gt; alerta -&gt; ticket (RF-01, RF-08, RF-11) con el simulador. Se levanta con npm install y npm start desde 05_MVP/codigo_fuente, que es la via verificada el 2026-08-29. NO usar docker compose: 05_MVP/README.md declara que nunca se ejecuto. AVISO PARA EL EQUIPO, no se proyecta: una falla total de la demostracion anula el criterio del prototipo. Ensayar el flujo exacto antes, con el servidor arrancado.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reparto es 10 minutos Sanchez, 9 Munoz y 6 Cedeno: los tres superan el minimo de cuatro por integrante. Sigue el aporte real declarado en 04_Trazabilidad/aporte_individual.csv. El equipo lo forman tres personas; los otros dos nombres del grupo del SGA no participan y su situacion consta en la solicitud de cambio de composicion, firmada el 2026-09-08.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integrante responde sin diapositivas sobre su area. Sanchez: eleccion de venue, registro previo en OSF, diseno del cuasi-experimento y significado de la potencia del 8,4 %. Munoz: matriz de trazabilidad, sincronizacion con el tablero, zonas publica y restringida, y el prototipo. Cedeno: corpus, codificacion tematica y saturacion, doble codificacion, inspeccion de Fagan y comite de cambios.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 · Muñoz Quiñónez, Yeranick Esther · Cedeño Ávila, Winston Damián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entrevistas,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grandes, intervalos que cruzan el cero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3_tamanos_efec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grandes en magnitud, pero los intervalos de confianza al 95 % cruzan el cero: esto es exactamente lo que se espera con una muestra tan pequeña.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 queda abierta — con honestidad, no con evasión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confirmar ni descartar una diferencia de calidad con el tamaño de muestra actual. Se declara así explícitamente, sin sobre-interpretar la tendencia numérica favorable al LLM.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concreto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panel de jueces a 34, el n requerido por el cálculo de potencia.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Re-generar los dos conjuntos sobre el corpus completo de 16 entrevistas.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la ronda terminal más allá del perfil docente.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contribuciones del bloque 1 se sostienen con la evidencia ya mostrada.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y npm start sobre Node 22.5. Es la via verificada el 2026-08-29; el despliegue con Docker se declara sin probar en 05_MVP/README.md.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fijados de antemano: acceso por roles (RF-19) y cadena sensor → alerta → ticket (RF-01, RF-08, RF-11).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escenarios se recorren sobre el entorno levantado con docker compose, no sobre capturas: lo que se ve es el sistema ejecutándose.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VERIFICACIÓN Y CONTROL DE CAMBIOS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La especificación se inspeccionó con método, no se leyó por encima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Inspección de Fagan INS-01 — 16 defectos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3 críticos, 9 mayores, 4 menores. Densidad de 0,64 defectos por requisito funcional. Cinco roles repartidos entre tres personas; autor y moderador nunca coinciden.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Re-inspección REINS-01 — 15 cerrados, 1 residual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Cada defecto lo verifica quien no lo corrigió. El residual es DEF-06, la apertura individual de cámara.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Comité de control de cambios CCB-01 — 4 solicitudes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Tres aprobadas. SC-03 queda diferida porque no se verificó si la interfaz instalada expone el flujo de una cámara concreta.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Corrección = 1 residual / 25 RF = 0,04, frente a la referencia de 0,05. El margen es de un solo defecto, y lo decimos así.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TRAZABILIDAD Y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El tablero dice lo mismo que la matriz, y se comprueba por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Matriz de trazabilidad — 75 filas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41 con la cadena completa de fuente a criterio de aceptación. Las 75 tienen todos sus eslabones declarados: ninguna celda ambigua.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Tablero de gestión — 61 actividades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25 requisitos funcionales, 24 no funcionales y 12 restricciones de diseño, cada uno con su evidencia de origen, su historia y su caso de prueba.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Sincronización —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61 de 61. Ni un requisito sin actividad, ni una actividad sin requisito. Se recalcula con un script sobre el export del tablero.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Ese 100 % mide correspondencia entre dos listas, no avance: las sesenta y una actividades están en «Por hacer», que es su estado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EVIDENCIA DE CAMPO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N = 16 entrevistas, 10 sesiones de validación, 12 notas de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Corpus — 16 entrevistas transcritas y anonimizadas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Las dieciséis codificadas: 136 fragmentos bajo 50 códigos. Las seis últimas se codificaron el 6 de septiembre, repartidas por entrevista completa entre los 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Doble codificación — κ de Cohen 0,548 y 0,911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Dos integrantes codificaron por separado el mismo subconjunto. 0,548 a nivel de código (IC95 % [0,369 · 0,720]), acuerdo moderado; 0,911 a nivel de categoría (IC95 % [0,716 · 1,000]). Coincidimos en de qué trata el fragmento y discrepamos en el código exacto.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Validación — 10 walkthroughs, 3 con usuario técnico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Notas de campo manuscritas y contemporáneas en las seis últimas; reconstruidas y declaradas como tales en las seis de observación de entorno.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Lo que falta se dice en el propio documento. Una limitación declarada es evidencia; una limitación callada es un hallazgo del tribunal.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integrantes, veinticinco minutos repartidos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 Esther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9793224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023360" y="3191256"/>
            <a:ext cx="6528816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2478024"/>
            <a:ext cx="9793224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3191256"/>
            <a:ext cx="6528816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0378440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36566" y="1600200"/>
            <a:ext cx="0" cy="2103120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387926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exigido: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superan el mínimo de cuatro minutos por integrante que fija la guía. El reparto sigue la contribución real que declara la matriz de aporte individual.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636422" y="30906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B4332"/>
                </a:solidFill>
                <a:latin typeface="Calibri"/>
              </a:rPr>
              <a:t>Cedeño Ávila, Winston Damián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309067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4332"/>
                </a:solidFill>
                <a:latin typeface="Calibri"/>
              </a:rPr>
              <a:t>6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github.com/gsanchezc6-beep/SIGA_FGMMN_ISR401_AVANCE_2B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1804</Words>
  <Application>Microsoft Office PowerPoint</Application>
  <PresentationFormat>Panorámica</PresentationFormat>
  <Paragraphs>146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Vodruk 9029</cp:lastModifiedBy>
  <cp:revision>2</cp:revision>
  <dcterms:created xsi:type="dcterms:W3CDTF">2026-08-26T23:14:37Z</dcterms:created>
  <dcterms:modified xsi:type="dcterms:W3CDTF">2026-09-01T22:46:25Z</dcterms:modified>
</cp:coreProperties>
</file>