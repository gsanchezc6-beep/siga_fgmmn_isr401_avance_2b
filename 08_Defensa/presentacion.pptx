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entrevistas válidas,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el Conjunto A del LLM sobre el corpus corregido de 10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codificación axial y recalcular la curva de saturación temática.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5739618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14173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guía supone equipos de tres a cuatro integrantes y exige al menos cuatro minutos hablados por persona. Este equipo son dos, y cada uno habla muy por encima de ese mínimo. El reparto es de locución: la defensa se rindió de forma individual y cada integrante responde por el proyecto entero.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